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AI-Enabled Antarctic Sea-Ice, Iceberg Trajectory, and Navigation Decision Support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SIH PS 26059</a:t>
            </a:r>
          </a:p>
          <a:p>
            <a:r>
              <a:t>Architecture: Frozen | Data: Synthetic/Demo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Antarctic maritime navigation is affected by dynamic hazards:</a:t>
            </a:r>
          </a:p>
          <a:p>
            <a:r>
              <a:t>- Sea ice, icebergs, wind, waves, ocean currents.</a:t>
            </a:r>
          </a:p>
          <a:p/>
          <a:p>
            <a:r>
              <a:t>The shortest route ≠ necessarily lowest-risk route.</a:t>
            </a:r>
          </a:p>
          <a:p>
            <a:r>
              <a:t>Environmental information is distributed and siloed.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 Request</a:t>
            </a:r>
          </a:p>
          <a:p>
            <a:r>
              <a:t>↓</a:t>
            </a:r>
          </a:p>
          <a:p>
            <a:r>
              <a:t>Environmental + ML Data</a:t>
            </a:r>
          </a:p>
          <a:p>
            <a:r>
              <a:t>↓</a:t>
            </a:r>
          </a:p>
          <a:p>
            <a:r>
              <a:t>Risk / Navigability</a:t>
            </a:r>
          </a:p>
          <a:p>
            <a:r>
              <a:t>↓</a:t>
            </a:r>
          </a:p>
          <a:p>
            <a:r>
              <a:t>Time-aware A*</a:t>
            </a:r>
          </a:p>
          <a:p>
            <a:r>
              <a:t>↓</a:t>
            </a:r>
          </a:p>
          <a:p>
            <a:r>
              <a:t>Route Validation</a:t>
            </a:r>
          </a:p>
          <a:p>
            <a:r>
              <a:t>↓</a:t>
            </a:r>
          </a:p>
          <a:p>
            <a:r>
              <a:t>Decision-support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Prediction: XGBoost (Sea Ice) + LSTM (Icebergs)</a:t>
            </a:r>
          </a:p>
          <a:p>
            <a:r>
              <a:t>2. Risk Interpretation: Composite Risk Engine (max)</a:t>
            </a:r>
          </a:p>
          <a:p>
            <a:r>
              <a:t>3. Hard Constraints: Route Validator</a:t>
            </a:r>
          </a:p>
          <a:p>
            <a:r>
              <a:t>4. Optimization: 4D Time-Aware A*</a:t>
            </a:r>
          </a:p>
          <a:p>
            <a:r>
              <a:t>5. Visualization: React + GeoJSON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Sea-Ice ML (XGBoost v002)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Predicts sea-ice spatial concentration grids.</a:t>
            </a:r>
          </a:p>
          <a:p>
            <a:r>
              <a:t>Integration: Penalizes the A* grid dynamically.</a:t>
            </a:r>
          </a:p>
          <a:p>
            <a:r>
              <a:t>Provenance: Trained on synthetic simulated environment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Iceberg Trajectory ML (LSTM v002)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 2-layer LSTM</a:t>
            </a:r>
          </a:p>
          <a:p>
            <a:r>
              <a:t>Evaluation: T+3h prediction horizon.</a:t>
            </a:r>
          </a:p>
          <a:p>
            <a:r>
              <a:t>Splits: 22 train / 4 validation / 4 test icebergs.</a:t>
            </a:r>
          </a:p>
          <a:p>
            <a:r>
              <a:t>Solution: Uses wrapped longitude displacement to safely cross the antimeridian.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Prediction to Risk to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LSTM prediction → predicted position → CPA calculation → encounter-risk index → A* edge cost.</a:t>
            </a:r>
          </a:p>
          <a:p/>
          <a:p>
            <a:r>
              <a:t>Metrics:</a:t>
            </a:r>
          </a:p>
          <a:p>
            <a:r>
              <a:t>LSTM v002 Mean Haversine Error = 0.27 km (Held-out synthetic test-set result).</a:t>
            </a:r>
          </a:p>
          <a:p>
            <a:r>
              <a:t>This is an empirical summary, not a collision probability.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Safety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required risk data is unavailable, a 'Safest' objective request fails closed.</a:t>
            </a:r>
          </a:p>
          <a:p>
            <a:r>
              <a:t>The backend returns a 400 Bad Request.</a:t>
            </a:r>
          </a:p>
          <a:p>
            <a:r>
              <a:t>We do not hallucinate zero-risk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Synthetic training/evaluation data</a:t>
            </a:r>
          </a:p>
          <a:p>
            <a:r>
              <a:t>- 3-hour validated iceberg horizon</a:t>
            </a:r>
          </a:p>
          <a:p>
            <a:r>
              <a:t>- Unverified PostgreSQL persistence (Fallback to DEMO_MODE)</a:t>
            </a:r>
          </a:p>
          <a:p>
            <a:r>
              <a:t>- Non-certified navigation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an AI-assisted, geospatial, risk-aware navigation decision-support prototype.</a:t>
            </a:r>
          </a:p>
          <a:p>
            <a:r>
              <a:t>The mathematical causality has been proven; the system is ready for real-world telemetry.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